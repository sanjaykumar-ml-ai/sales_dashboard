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62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66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38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12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571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035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91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52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230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659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9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17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02A7B-5C10-49DB-968E-392999320756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AD755-8A59-4029-8BEB-CFA9555A9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61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+mn-lt"/>
              </a:rPr>
              <a:t>Sales Analysis Report</a:t>
            </a:r>
            <a:endParaRPr lang="en-IN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30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0" y="971550"/>
            <a:ext cx="89535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76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1157287"/>
            <a:ext cx="803910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1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181100"/>
            <a:ext cx="80581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5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025" y="1181100"/>
            <a:ext cx="79819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37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87" y="1162050"/>
            <a:ext cx="79724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1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38" y="856840"/>
            <a:ext cx="8939510" cy="511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81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904875"/>
            <a:ext cx="849630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5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Sales Analysis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Analysis Report</dc:title>
  <dc:creator>Lenovo</dc:creator>
  <cp:lastModifiedBy>Lenovo</cp:lastModifiedBy>
  <cp:revision>1</cp:revision>
  <dcterms:created xsi:type="dcterms:W3CDTF">2026-05-14T18:57:41Z</dcterms:created>
  <dcterms:modified xsi:type="dcterms:W3CDTF">2026-05-14T18:58:25Z</dcterms:modified>
</cp:coreProperties>
</file>